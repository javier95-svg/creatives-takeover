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"Cover Slide" slide:
Company name and logo
One-sentence tagline
Your name and contact info
Date (optional)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"Problem" slide:
State the problem clearly in 1-2 sentences
Show the impact (cost, time, frustration)
Use a relatable example or story
Avoid jargon - make it universal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"Solution" slide:
Explain how you solve the problem
Focus on benefits, not features
Make it crystal clear what you do
Use simple language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"Market Opportunity" slide:
TAM, SAM, SOM breakdown
Market growth trends
Target customer segment size
Cite credible sources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"Product" slide:
Key features and benefits
How it works (simplified)
Unique value proposition
Technology/innovation if relevant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"Traction" slide:
User/customer metrics
Revenue if applicable
Growth rate
Key milestones achieved
Customer testimonials or logos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"Business Model" slide:
Revenue streams
Pricing strategy
Unit economics
Customer acquisition cost (CAC)
Lifetime value (LTV)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"Competition" slide:
Main competitors
Your differentiation
Competitive advantages
Market positioning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"Team" slide:
Founder names and roles
Relevant experience
Domain expertise
Advisor/investor names if notable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"Ask" slide:
Amount raising
Use of funds breakdown
Milestones to be achieved
Timeline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Creatives Takeover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Problem-Solution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Editable Template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Created by Creatives Takeover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Cover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Company name and logo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One-sentence tagline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Your name and contact info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Date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State the problem clearly in 1-2 sentences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Show the impact (cost, time, frustration)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 a relatable example or story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Avoid jargon - make it universal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Explain how you solve the problem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Focus on benefits, not features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Make it crystal clear what you do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 simple language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TAM, SAM, SOM breakdown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Market growth trends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Target customer segment size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Cite credible sources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Key features and benefits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How it works (simplified)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Unique value proposition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Technology/innovation if relevant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User/customer metrics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Revenue if applicable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Growth rate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Key milestones achieved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Customer testimonials or logos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Revenue streams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Pricing strategy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Unit economics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Customer acquisition cost (CAC)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Lifetime value (LTV)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Competition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Main competitors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Your differentiation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Competitive advantages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Market positioning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Founder names and roles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Relevant experience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Domain expertise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Advisor/investor names if notable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Amount raising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 of funds breakdown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Milestones to be achieved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Timeline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Creatives Takeover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Problem-Solution Framework</dc:title>
  <dc:subject>Problem-Solution Framework</dc:subject>
  <dc:creator>Creatives Takeover</dc:creator>
  <cp:lastModifiedBy>Creatives Takeover</cp:lastModifiedBy>
  <cp:revision>1</cp:revision>
  <dcterms:created xsi:type="dcterms:W3CDTF">2026-01-10T15:24:02Z</dcterms:created>
  <dcterms:modified xsi:type="dcterms:W3CDTF">2026-01-10T15:24:02Z</dcterms:modified>
</cp:coreProperties>
</file>