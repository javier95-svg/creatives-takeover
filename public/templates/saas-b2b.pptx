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SaaS Company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solution for [industry]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CTOs up at night?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teams waste $500K annually on [problem]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"Manual data entry across 15 systems leads to 30% error rate"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solutions are slow, expensive, and hard to integrate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"Current tools take 6 months to deploy and require dedicated IT team"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add complexity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"GDPR, SOC 2, HIPAA requirements make switching risky"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SaaS built for enterprise scale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platform that deploys in days, not months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"Average time to value: 14 days vs 6 months for legacy tools"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 integrates with your existing stack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"Pre-built connectors for Salesforce, ServiceNow, Workday, and 50+ tools"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in from day one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"SOC 2 Type II, GDPR compliant, SSO/SAML support"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Automation: Reduce manual work by 80%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"Auto-classify 10,000 records in minutes with 95% accuracy"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Analytics: Instant insights across all data sources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"Unified dashboard shows trends across sales, support, and product"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Onboarding: Dedicated success team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"CSM + implementation engineer ensure smooth rollout"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growing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$25B (enterprise [category] software)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18% annually driven by digital transformation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$5B (mid-market and enterprise companies with 500+ employees)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$500M target in 5 years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"10,000 target companies × $50K average ACV = $500M opportunity"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economics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$50K - $500K annual contracts based on usage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tiers: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$50K/year (up to 1,000 users)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$200K/year (up to 5,000 users)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$500K+ (unlimited users, dedicated infra)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unit economics: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$15K (sales + marketing)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$300K (5-year avg retention)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= 20:1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playbook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Land - Target mid-market companies (500-2,000 employees)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"Start with VP Engineering or CTO, prove ROI in 1 department"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Expand - Grow within existing accounts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"Add more teams/departments, upsell premium features"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Enterprise - Move upmarket to Fortune 500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"Leverage case studies and references to close $500K+ deals"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Customers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with enterprise clients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enterprise customers including 3 Fortune 500 companies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 ARR with 150% year-over-year growth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135% Net Dollar Retention (customers expand over time)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highlights: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(2,000 employees): $250K annual contract, 95% adoption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TechGiant Inc (10,000 employees): $500K contract, expanding to 3 more divisions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Acme Corp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Manual processes cost $800K/year and 40% error rate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Deployed our platform across 5 departments in 30 days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after 6 months: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 annual savings (75% cost reduction)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reduced from 40% to 2%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productivity increased 3x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400% in first year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innovation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shipped: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models, 50+ new integrations, mobile app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deployment, enhanced security features, workflow automation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months: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analytics, self-service admin portal, partner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veterans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Jane Doe - Former VP Product at Salesforce, scaled team from 50 to 500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CTO: John Smith - Ex-CTO at Workday, built platform serving 10M+ users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Sales: Sarah Johnson - Former Enterprise Sales Director at HubSpot, $50M quota carrier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Engineering: Mike Chen - Former Staff Engineer at Google, distributed systems expert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45 employees (20 engineering, 15 sales, 10 customer success)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to scale enterprise sales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$10M Series A at $40M pre-money valuation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- Sales &amp; Marketing (expand sales team from 5 to 20 AEs)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- Engineering (product expansion, infrastructure)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- Customer Success (scale CS team to support 100+ enterprise customers)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milestones: $15M ARR, 75 enterprise customers, profitable unit economics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B2B Framework</dc:title>
  <dc:subject>PptxGenJS Presentation</dc:subject>
  <dc:creator>Creatives Takeover</dc:creator>
  <cp:lastModifiedBy>Creatives Takeover</cp:lastModifiedBy>
  <cp:revision>1</cp:revision>
  <dcterms:created xsi:type="dcterms:W3CDTF">2026-01-10T16:12:16Z</dcterms:created>
  <dcterms:modified xsi:type="dcterms:W3CDTF">2026-01-10T16:12:16Z</dcterms:modified>
</cp:coreProperties>
</file>