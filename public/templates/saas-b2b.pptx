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Instructions for "Cover Slide" slide:
Company name
Value proposition
Founded year
Contact info
Replace this content with your own information.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Instructions for "Problem" slide:
Business problem you solve
Cost of the problem
Who in organization feels it
Current inadequate solutions
Replace this content with your own information.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Instructions for "Solution" slide:
Platform overview
Key capabilities
Integration ecosystem
Deployment options
Replace this content with your own information.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Instructions for "Why Now" slide:
Digital transformation trends
Remote work drivers
Technology enablers
Regulatory changes
Replace this content with your own information.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Instructions for "Product" slide:
Core modules
Workflow automation
Reporting/analytics
Admin controls
Replace this content with your own information.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Instructions for "Customer Success" slide:
Customer logos
Use case examples
ROI achieved
Testimonials with metrics
Replace this content with your own information.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Instructions for "Market Opportunity" slide:
Total addressable market
Serviceable market
Current penetration
Market growth rate
Replace this content with your own information.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Instructions for "Business Model" slide:
Pricing tiers
ARR/MRR
Net revenue retention
CAC payback period
LTV:CAC ratio
Gross margin
Replace this content with your own information.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Instructions for "Go-to-Market" slide:
Sales channels
Customer acquisition strategy
Sales cycle length
Expansion strategy
Replace this content with your own information.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Instructions for "Competition" slide:
Competitive landscape
Positioning matrix
Differentiation
Switching costs
Replace this content with your own information.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Instructions for "Team" slide:
Founders with B2B background
Previous enterprise sales
Technical leadership
Advisory board
Replace this content with your own information.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Instructions for "Financials &amp; Ask" slide:
Current ARR
Growth trajectory
Unit economics
Raise amount
Use of funds
Path to profitability
Replace this content with your own information.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_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217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Creatives Takeover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B2B SaaS Deck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8BDF8"/>
                </a:solidFill>
              </a:rPr>
              <a:t>Editable Template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4297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</a:rPr>
              <a:t>Created by Creatives Takeover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437"/>
                </a:solidFill>
              </a:rPr>
              <a:t>Cover Slide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Company name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Value proposition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Founded year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Contact info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437"/>
                </a:solidFill>
              </a:rPr>
              <a:t>Problem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Business problem you solve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Cost of the problem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Who in organization feels it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Current inadequate solutions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437"/>
                </a:solidFill>
              </a:rPr>
              <a:t>Solution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Platform overview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Key capabilities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Integration ecosystem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Deployment options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437"/>
                </a:solidFill>
              </a:rPr>
              <a:t>Why Now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Digital transformation trends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Remote work drivers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Technology enablers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Regulatory changes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437"/>
                </a:solidFill>
              </a:rPr>
              <a:t>Product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Core modules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Workflow automation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Reporting/analytics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Admin controls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437"/>
                </a:solidFill>
              </a:rPr>
              <a:t>Customer Success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Customer logos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Use case examples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ROI achieved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Testimonials with metrics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437"/>
                </a:solidFill>
              </a:rPr>
              <a:t>Market Opportunity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Total addressable market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Serviceable market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Current penetration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Market growth rate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437"/>
                </a:solidFill>
              </a:rPr>
              <a:t>Business Model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Pricing tiers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ARR/MRR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Net revenue retention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CAC payback period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LTV:CAC ratio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Gross margin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437"/>
                </a:solidFill>
              </a:rPr>
              <a:t>Go-to-Market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Sales channels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Customer acquisition strategy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Sales cycle length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Expansion strategy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437"/>
                </a:solidFill>
              </a:rPr>
              <a:t>Competition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Competitive landscape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Positioning matrix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Differentiation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Switching costs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437"/>
                </a:solidFill>
              </a:rPr>
              <a:t>Team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Founders with B2B background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Previous enterprise sales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Technical leadership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Advisory board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437"/>
                </a:solidFill>
              </a:rPr>
              <a:t>Financials &amp; Ask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Current ARR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Growth trajectory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Unit economics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Raise amount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Use of funds</a:t>
            </a:r>
            <a:endParaRPr lang="en-US" sz="16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600" dirty="0">
                <a:solidFill>
                  <a:srgbClr val="374151"/>
                </a:solidFill>
              </a:rPr>
              <a:t>Path to profitability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Creatives Takeover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B2B SaaS Deck</dc:title>
  <dc:subject>B2B SaaS Deck</dc:subject>
  <dc:creator>Creatives Takeover</dc:creator>
  <cp:lastModifiedBy>Creatives Takeover</cp:lastModifiedBy>
  <cp:revision>1</cp:revision>
  <dcterms:created xsi:type="dcterms:W3CDTF">2026-01-10T15:24:02Z</dcterms:created>
  <dcterms:modified xsi:type="dcterms:W3CDTF">2026-01-10T15:24:02Z</dcterms:modified>
</cp:coreProperties>
</file>