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"Cover Slide" slide:
Company name and logo
Tagline
Contact information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"Traction Highlight" slide:
Most impressive growth metric
Revenue number or user count
Growth rate (MoM/YoY)
Comparative context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"Problem" slide:
The pain point
Market validation of problem
Current broken solutions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"Solution" slide:
How you solve it differently
Core product functionality
Key innovation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"Detailed Metrics" slide:
Revenue metrics
User metrics
Engagement metrics
Retention metrics
Growth trajectory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"Customer Proof" slide:
Customer logos
Case studies
Testimonials
Usage statistics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"Market" slide:
TAM/SAM/SOM
Market trends
Growth drivers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"Product Deep Dive" slide:
Product walkthrough
Key features
Technology moat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"Business Model" slide:
Revenue model
Unit economics
CAC/LTV ratio
Payback period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"Roadmap" slide:
Product roadmap
Expansion plans
New revenue streams
Geographic expansion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"Team" slide:
Founders and key hires
Relevant experience
Track record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"Ask &amp; Use of Funds" slide:
Round size
Use of funds
Milestones with funding
Timeline to next milestone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Creatives Takeover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Traction-Heavy Deck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8BDF8"/>
                </a:solidFill>
              </a:rPr>
              <a:t>Editable Template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Created by Creatives Takeover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Cover Slide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Company name and logo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Tagline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Contact information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Traction Highlight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Most impressive growth metric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Revenue number or user count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Growth rate (MoM/YoY)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Comparative context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The pain point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Market validation of problem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Current broken solutions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How you solve it differently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Core product functionality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Key innovation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Detailed Metrics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Revenue metrics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User metrics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Engagement metrics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Retention metrics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Growth trajectory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Customer Proof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Customer logos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Case studies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Testimonials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Usage statistics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Market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TAM/SAM/SOM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Market trends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Growth drivers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Product Deep Dive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Product walkthrough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Key features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Technology moat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Business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Revenue model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Unit economics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CAC/LTV ratio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Payback period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Roadmap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Product roadmap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Expansion plans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New revenue streams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Geographic expansion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Team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Founders and key hires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Relevant experience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Track record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Ask &amp; Use of Funds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Round size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Use of funds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Milestones with funding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Timeline to next milestone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Creatives Takeover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Traction-Heavy Deck</dc:title>
  <dc:subject>Traction-Heavy Deck</dc:subject>
  <dc:creator>Creatives Takeover</dc:creator>
  <cp:lastModifiedBy>Creatives Takeover</cp:lastModifiedBy>
  <cp:revision>1</cp:revision>
  <dcterms:created xsi:type="dcterms:W3CDTF">2026-01-10T15:24:02Z</dcterms:created>
  <dcterms:modified xsi:type="dcterms:W3CDTF">2026-01-10T15:24:02Z</dcterms:modified>
</cp:coreProperties>
</file>