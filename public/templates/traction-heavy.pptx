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Company Name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your strongest metrics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your best metric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ARR with 50% month-over-month growth</a:t>
            </a:r>
            <a:endParaRPr lang="en-US" sz="2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paying customers across 25 industries</a:t>
            </a:r>
            <a:endParaRPr lang="en-US" sz="24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"From bakeries to law firms, our customers save an average of 15 hours/week"</a:t>
            </a:r>
            <a:endParaRPr lang="en-US" sz="2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130% Net Revenue Retention</a:t>
            </a:r>
            <a:endParaRPr lang="en-US" sz="24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expand usage after onboarding - average spend increases 30% in first year</a:t>
            </a:r>
            <a:endParaRPr lang="en-US" sz="2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growth milestones:</a:t>
            </a:r>
            <a:endParaRPr lang="en-US" sz="24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1: $10K MRR | Month 6: $100K MRR | Month 12: $500K MRR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lose $50K annually to inefficient processes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million businesses in the US alone face this daily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solutions are too expensive or too complex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solve 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automation that learns from user behavior</a:t>
            </a:r>
            <a:endParaRPr lang="en-US" sz="18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"After 3 invoices, our AI predicts payment dates with 90% accuracy"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faster than manual processes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cheaper than enterprise competitors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$50B total addressable market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$50B (all small business accounting software)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SAM: $5B (invoicing and payments segment)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SOM: $100M target in 5 years (2% of SAM)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 with strong unit economics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$49/month per user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CAC: $250 (organic + paid marketing)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 $1,764 (3-year avg retention)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= 7:1 (industry benchmark: 3:1)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period: 5 months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product screenshots or demo video here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user journey from signup to first invoice sent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key features: templates, automation, analytics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Proof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customers are saying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"Saved me 20 hours per week. Worth every penny." - Sarah, Bakery Owner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"Got paid 2x faster than before. Game changer." - Mike, Consultant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4.8/5 star average rating across 500+ reviews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of customers recommend us to peers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are either too expensive (enterprise) or too basic (freelancer tools)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the only solution built specifically for small businesses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features that competitors lack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pricing with superior features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CEO: Ex-Google PM, sold previous fintech startup for $20M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CTO: Former Stripe engineer, MIT CS, payments expert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Sales: Scaled SaaS teams at Salesforce and HubSpot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Advisors: Former CFO of Square, Partner at Sequoia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Launch enterprise tier for teams of 50+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Expand integrations (QuickBooks, Xero, FreshBooks)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International expansion (UK, Canada, Australia)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AI-powered cash flow forecasting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$3M Series 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2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$3M at $15M pre-money valuation</a:t>
            </a:r>
            <a:endParaRPr lang="en-US" sz="2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</a:t>
            </a:r>
            <a:endParaRPr lang="en-US" sz="24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- Engineering (scale to support 10K customers)</a:t>
            </a:r>
            <a:endParaRPr lang="en-US" sz="24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- Sales &amp; Marketing (10x customer acquisition)</a:t>
            </a:r>
            <a:endParaRPr lang="en-US" sz="2400" dirty="0"/>
          </a:p>
          <a:p>
            <a:pPr lvl="1" marL="6858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- Operations &amp; Infrastructure</a:t>
            </a:r>
            <a:endParaRPr lang="en-US" sz="24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milestones: $3M ARR, 5,000 customers, enterprise tier launched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73152" cy="1371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7208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Takeover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72084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Traction-Heavy Framework</dc:title>
  <dc:subject>PptxGenJS Presentation</dc:subject>
  <dc:creator>Creatives Takeover</dc:creator>
  <cp:lastModifiedBy>Creatives Takeover</cp:lastModifiedBy>
  <cp:revision>1</cp:revision>
  <dcterms:created xsi:type="dcterms:W3CDTF">2026-01-10T16:12:15Z</dcterms:created>
  <dcterms:modified xsi:type="dcterms:W3CDTF">2026-01-10T16:12:15Z</dcterms:modified>
</cp:coreProperties>
</file>