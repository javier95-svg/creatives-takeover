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"Cover Slide" slide:
Company name
Bold tagline or mission
Visually striking image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"The Vision" slide:
Your vision for the world
What changes when you succeed
The transformation you enable
Think 10-20 years out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"The Problem" slide:
What's broken today
Why current solutions fail
Urgency of the problem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"Why Now" slide:
Technology enablers
Market shifts
Regulatory changes
Consumer behavior trends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"The Solution" slide:
How you're different
Core innovation
Why it will work now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"Product" slide:
Product demo or mockup
Key capabilities
User experience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"Market Opportunity" slide:
Market size
Growth trajectory
Adjacent markets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"Traction" slide:
Early adopters
Partnerships
Pilot programs
Letters of intent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"Go-to-Market" slide:
Customer acquisition strategy
Distribution channels
Growth loops
Network effects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"Team" slide:
Unique founder-market fit
Unfair advantages
Previous successes
Commitment to the mission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"The Ask" slide:
Investment ask
What you'll achieve together
Timeline to major milestones
Vision of partnership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Creatives Takeover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Vision-Driven 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Editable Template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Created by Creatives Takeover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Cover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Company name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Bold tagline or mission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Visually striking image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The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Your vision for the world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What changes when you succeed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The transformation you enable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Think 10-20 years out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What's broken today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Why current solutions fail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Urgency of the problem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Technology enablers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Market shifts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Regulatory changes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Consumer behavior trends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How you're different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Core innovation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Why it will work now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Product demo or mockup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Key capabilities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Market size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Growth trajectory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Adjacent markets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Early adopters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Partnerships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Pilot programs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Letters of intent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Go-to-Market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Customer acquisition strategy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Distribution channels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Growth loops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Network effects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Unique founder-market fit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Unfair advantages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Previous successes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Commitment to the mission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Investment ask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What you'll achieve together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Timeline to major milestones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Vision of partnership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Creatives Takeover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Vision-Driven Deck</dc:title>
  <dc:subject>Vision-Driven Deck</dc:subject>
  <dc:creator>Creatives Takeover</dc:creator>
  <cp:lastModifiedBy>Creatives Takeover</cp:lastModifiedBy>
  <cp:revision>1</cp:revision>
  <dcterms:created xsi:type="dcterms:W3CDTF">2026-01-10T15:24:02Z</dcterms:created>
  <dcterms:modified xsi:type="dcterms:W3CDTF">2026-01-10T15:24:02Z</dcterms:modified>
</cp:coreProperties>
</file>