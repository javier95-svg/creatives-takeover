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 Name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Reimagining the future of [industry]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Vision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future are you building?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a picture of the world you're creating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"A world where every small business has access to enterprise-grade financial tools"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now? What's changed that makes this possible?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"AI has finally reached a point where it can understand context and automate complex decisions"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category you're creating or redefining?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"Intelligent financial operations for SMBs"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Massive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matter?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the problem at a systemic level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"Small businesses drive 50% of GDP but get 5% of fintech innovation"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human impact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"30% of small businesses fail due to cash flow issues - most are preventable"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existing solutions fail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"Enterprise tools are too complex; freelancer tools are too basic"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Breakthrough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your unique insight?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"unfair advantage" or unique approach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"We're the first to apply GPT-4 to small business accounting workflows"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technology or innovation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"Our AI learns from millions of transactions to predict cash flow with 95% accuracy"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a 10x improvement, not 10%?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"Reduces time spent on financial admin from 20 hours/week to 2 hours/week"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Vision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future product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futuristic mockups or product vision video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long-term roadmap (3-5 year vision)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1: Automated invoicing and payments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2: AI-powered financial forecasting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3: Full autonomous financial operations platform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the platform effect or ecosystem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Timing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reached production-ready quality in 2023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 adoption of cloud tools accelerated post-COVID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"70% of SMBs now use cloud-based tools vs 40% in 2019"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changes favor automation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is asleep - enterprise incumbents haven't adapted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you reach customers?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Bottom-up adoption via self-serve freemium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"Free tier for solo businesses, paid tier for teams"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Viral growth through network effects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"Invoices sent via our platform include a 'Create your free account' CTA"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Enterprise expansion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"Land small teams, expand to entire organization"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 and potential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TAM: $50B (all small business accounting software)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at 12% annually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targeting the underserved 15M small businesses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capture just 2%, that's a $1B revenue opportunity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Proof Points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so far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launched 3 months ago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beta users, 85% active weekly</a:t>
            </a:r>
            <a:endParaRPr lang="en-US" sz="18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is magic" - Sarah, bakery owner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partnerships with 3 accounting firms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of 5,000 businesses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can execute this vision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Jane Doe - Ex-Google PM, sold fintech startup for $20M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CTO: John Smith - Former Stripe engineer, AI/ML expert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Scientist: Dr. Emily Chen - PhD in Machine Learning, published researcher</a:t>
            </a:r>
            <a:endParaRPr lang="en-US" sz="18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Advisors: Former executives from Intuit, Square, and Andreessen Horowitz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B143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in building the future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2400" b="1" dirty="0">
                <a:solidFill>
                  <a:srgbClr val="0B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$5M Seed Round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for mission-aligned investors who believe in our vision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Funds: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- Product &amp; Engineering (build the platform)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- AI Research &amp; Development</a:t>
            </a:r>
            <a:endParaRPr lang="en-US" sz="2400" dirty="0"/>
          </a:p>
          <a:p>
            <a:pPr lvl="1" marL="685800" indent="-342900">
              <a:lnSpc>
                <a:spcPts val="2800"/>
              </a:lnSpc>
              <a:buSzPct val="100000"/>
              <a:buChar char="•"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- Early customer acquisition and partnerships</a:t>
            </a:r>
            <a:endParaRPr lang="en-US" sz="24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24-month milestones: Launch V1, 10K users, $1M ARR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0" y="6720840"/>
            <a:ext cx="73152" cy="1371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72084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Creatives Takeover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6720840"/>
            <a:ext cx="274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Vision-Driven Framework</dc:title>
  <dc:subject>PptxGenJS Presentation</dc:subject>
  <dc:creator>Creatives Takeover</dc:creator>
  <cp:lastModifiedBy>Creatives Takeover</cp:lastModifiedBy>
  <cp:revision>1</cp:revision>
  <dcterms:created xsi:type="dcterms:W3CDTF">2026-01-10T16:12:16Z</dcterms:created>
  <dcterms:modified xsi:type="dcterms:W3CDTF">2026-01-10T16:12:16Z</dcterms:modified>
</cp:coreProperties>
</file>