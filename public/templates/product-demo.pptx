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Demo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Show, don't tell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pain are we solving?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user's current painful experience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"Business owners waste 20 hours/week on invoicing and payment tracking"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screenshots of legacy tools or manual processes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frustration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"$50K lost annually in productivity + $15K in late payment penalties"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Product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One-sentence value proposition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24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[Product Name]: AI-powered invoicing that saves 18 hours/week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product homepage or dashboard screenshot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key stats visible in the UI: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 this month: 72 hours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sent: 156 | Paid on time: 142 (91%)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forecast: +$45K next 30 days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Onboarding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in 5 minutes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Simple signup form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your bank account or accounting software (Stripe, QuickBooks, etc.)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customer list (CSV, CRM sync, or manual entry)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invoice template from our gallery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Done! You're ready to send your first invoice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Create Invoice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invoice generation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Invoice creation screen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customer from dropdown (AI suggests based on past patterns)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line items - our AI auto-fills based on your service catalog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"Consulting services - 10 hours @ $150/hr" pre-filled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send - takes 30 seconds vs 15 minutes manually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Smart Reminders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payment tracking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Payment tracking dashboard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automatically sends friendly reminders before due date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"Reminder sent 3 days before due date with personalized message"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sequence for overdue invoices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overdue: Gentle reminder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 overdue: Second notice with late fee warning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 overdue: Final notice before collections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Get Paid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 reconciliation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Payment received notification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can pay via credit card, bank transfer, or digital wallet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auto-syncs with your accounting software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"Invoice #1234 marked as paid, QuickBooks updated automatically"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receipt sent to customer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Feature: AI Insights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forecasting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Analytics dashboard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predicts when customers will pay based on historical patterns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"Customer A typically pays 5 days early - forecast adjusted"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projected cash flow for next 30/60/90 days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at-risk customers before they become overdue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"Customer B has slowed payments by 10 days - flag for follow-up"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Feature: Integrations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your existing tools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Integrations page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connects with: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Accounting: QuickBooks, Xero, FreshBooks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Payments: Stripe, PayPal, Square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CRM: Salesforce, HubSpot, Pipedrive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Communication: Slack, Gmail, Microsoft Teams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Experience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your business on the go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Mobile app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send invoices from your phone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push notifications when invoices are viewed or paid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"Sarah viewed Invoice #1234 - good time to follow up!"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cash flow and payment status anywhere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(Bakery Owner): Saved 20 hours/week, paid 2x faster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(Consultant): Increased on-time payments from 60% to 95%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Emily (Agency): Scaled from $50K to $500K revenue without hiring an accountant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 saves $50K annually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Starter: $29/month (1 user, 50 invoices/month)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Professional: $79/month (5 users, unlimited invoices)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Custom pricing (unlimited users, dedicated support)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setup fees, cancel anytime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Calculator: $29/month saves you $4,000/month in time and late fees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transforming SMB finance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24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$2M Seed to scale product and customer base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- Product development (mobile app, advanced AI features)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- Customer acquisition (paid marketing, partnerships)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- Team expansion (hire 5 engineers, 2 salespeople)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goal: $1M ARR, 2,000 paying customers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Demo Framework</dc:title>
  <dc:subject>PptxGenJS Presentation</dc:subject>
  <dc:creator>Creatives Takeover</dc:creator>
  <cp:lastModifiedBy>Creatives Takeover</cp:lastModifiedBy>
  <cp:revision>1</cp:revision>
  <dcterms:created xsi:type="dcterms:W3CDTF">2026-01-10T16:12:16Z</dcterms:created>
  <dcterms:modified xsi:type="dcterms:W3CDTF">2026-01-10T16:12:16Z</dcterms:modified>
</cp:coreProperties>
</file>