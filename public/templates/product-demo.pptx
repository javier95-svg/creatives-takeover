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Instructions for "Cover Slide" slide:
Company and product name
One-line value prop
Product screenshot
Replace this content with your own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Instructions for "Problem" slide:
Specific user problem
Current workflow pain
Quantify the impact
Replace this content with your own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Instructions for "Solution Overview" slide:
How your product solves it
Core value proposition
Why it's better
Replace this content with your own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Instructions for "Product Demo - Main Interface" slide:
Main dashboard or interface
Primary use case
Clear annotations
Focus on user benefit
Replace this content with your own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Instructions for "Product Demo - Key Feature" slide:
Key differentiating feature
How it works
User workflow
Replace this content with your own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Instructions for "Product Demo - Advanced Features" slide:
Power user features
Integration capabilities
Customization options
Replace this content with your own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Instructions for "User Experience" slide:
Onboarding flow
Ease of use
Time to value
User testimonials
Replace this content with your own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Instructions for "Technology" slide:
Architecture overview
Technical innovation
Scalability
Security/compliance
Replace this content with your own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Instructions for "Market &amp; Customers" slide:
Target customer profile
Market size
Early customers/users
Replace this content with your own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Instructions for "Traction" slide:
User metrics
Usage statistics
Retention data
Customer feedback
Replace this content with your own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Instructions for "Roadmap" slide:
Upcoming features
Product expansion
Platform vision
Timeline
Replace this content with your own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Instructions for "Team" slide:
Technical founders
Product expertise
Previous products built
Replace this content with your own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Instructions for "Ask" slide:
Funding amount
Use for product development
Hiring plan
Go-to-market acceleration
Replace this content with your own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Creatives Takeover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Product Demo Deck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8BDF8"/>
                </a:solidFill>
              </a:rPr>
              <a:t>Editable Template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Created by Creatives Takeover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</a:rPr>
              <a:t>Cover Slide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Company and product name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One-line value prop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Product screenshot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</a:rPr>
              <a:t>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Specific user problem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Current workflow pain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Quantify the impact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</a:rPr>
              <a:t>Solution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How your product solves it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Core value proposition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Why it's better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</a:rPr>
              <a:t>Product Demo - Main Interface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Main dashboard or interface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Primary use case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Clear annotations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Focus on user benefit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</a:rPr>
              <a:t>Product Demo - Key Feature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Key differentiating feature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How it works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User workflow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</a:rPr>
              <a:t>Product Demo - Advanced 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Power user features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Integration capabilities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Customization options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</a:rPr>
              <a:t>User Experience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Onboarding flow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Ease of use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Time to value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User testimonials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</a:rPr>
              <a:t>Technology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Architecture overview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Technical innovation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Scalability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Security/compliance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</a:rPr>
              <a:t>Market &amp; Customers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Target customer profile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Market size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Early customers/users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</a:rPr>
              <a:t>Traction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User metrics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Usage statistics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Retention data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Customer feedback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</a:rPr>
              <a:t>Roadmap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Upcoming features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Product expansion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Platform vision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Timeline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</a:rPr>
              <a:t>Team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Technical founders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Product expertise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Previous products built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437"/>
                </a:solidFill>
              </a:rPr>
              <a:t>Ask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Funding amount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Use for product development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Hiring plan</a:t>
            </a:r>
            <a:endParaRPr lang="en-US" sz="1600" dirty="0"/>
          </a:p>
          <a:p>
            <a:pPr marL="342900" indent="-342900">
              <a:lnSpc>
                <a:spcPts val="28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</a:rPr>
              <a:t>Go-to-market acceleration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Creatives Takeover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 Demo Deck</dc:title>
  <dc:subject>Product Demo Deck</dc:subject>
  <dc:creator>Creatives Takeover</dc:creator>
  <cp:lastModifiedBy>Creatives Takeover</cp:lastModifiedBy>
  <cp:revision>1</cp:revision>
  <dcterms:created xsi:type="dcterms:W3CDTF">2026-01-10T15:24:02Z</dcterms:created>
  <dcterms:modified xsi:type="dcterms:W3CDTF">2026-01-10T15:24:02Z</dcterms:modified>
</cp:coreProperties>
</file>