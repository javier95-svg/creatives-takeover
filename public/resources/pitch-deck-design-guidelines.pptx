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Guidelines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best practices for investor-ready presentations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 ©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Recommendations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 fonts: Calibri, Arial, Helvetica, Open Sans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Times New Roman, Comic Sans, decorative fonts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Titles: 32-44pt | Subtitles: 18-24pt | Body: 16-20pt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 below 14pt - investors view from distance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&amp; Emphasis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bold for emphasis, not underline or ALL CAPS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2-3 font weights per slide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+ size create natural hierarchy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Consistent Color Scheme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Primary color (your brand) + 1-2 Accent colors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neutral backgrounds: white, off-white, or light gray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Psychology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Trust, stability (fintech, B2B)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Growth, health (sustainability, wellness)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Orange/Red = Energy, urgency (consumer, marketplace)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Common Mistakes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bright red or yellow text - hard to read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sufficient contrast (text vs background)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projector - colors look different on screens vs projectors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Spacing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Thirds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slide into 3x3 grid - place key elements at intersections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centering everything - use asymmetry for visual interest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is Your Friend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cram slides - less is more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generous margins (0.5" minimum)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elements prevents clutter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layout pattern for similar slide types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elements to a grid - precision shows professionalism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headers and footers in same position throughout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Graphics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Images Only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professional photography or custom illustrations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cheesy stock photos (handshakes, people in suits)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images are high-resolution (minimum 1920x1080)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&amp; Illustrations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icons to break up text and add visual interest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icon style consistent (all line-style or all filled)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resources: Flaticon, Noun Project, Heroicons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Data Visualization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charts - remove gridlines, legends if obvious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 to highlight key data points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axes clearly - investors shouldn't guess what they're looking at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Best Practices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6-Word Rule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bullet should be max 1 line (6-10 words)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longer, break into sub-bullets or split slides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listen to you, not read slides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Slide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should make one clear point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 have 15 focused slides than 10 cramped ones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product screenshots instead of describing features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growth charts instead of saying "we're growing fast"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customer testimonials instead of "customers love us"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Design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Pitfalls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much text - if it takes &gt;10 seconds to read, it's too much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Inconsistent fonts - stick to 1-2 fonts throughout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Busy backgrounds - use solid colors or subtle gradients only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Over-animation - no slide transitions, minimal animations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Low-contrast text - black on white or white on dark is safest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Pixelated images - always use high-resolution assets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Inconsistent sizing - keep elements aligned and proportional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many colors - 3-4 colors maximum per deck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Cluttered charts - simplify data visualizations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Missing page numbers - investors need to reference slides later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Pre-Presentation Checklist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Present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Test on projector - colors and text should be readable from 10 feet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Check spelling and grammar - typos kill credibility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Consistent branding - logo, colors, fonts throughout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Export as PDF - prevents formatting issues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Slide numbers on every slide (except cover)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Remove speaker notes from investor copy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File name: "CompanyName_PitchDeck_Date.pdf"</a:t>
            </a:r>
            <a:endParaRPr lang="en-US" sz="2000" dirty="0"/>
          </a:p>
          <a:p>
            <a:pPr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Get feedback - show to 5 people before pitching</a:t>
            </a:r>
            <a:pPr indent="0" marL="0">
              <a:lnSpc>
                <a:spcPts val="2600"/>
              </a:lnSpc>
              <a:buNone/>
            </a:pP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Design supports your story, it doesn't replace it.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Design Guidelines</dc:title>
  <dc:subject>PptxGenJS Presentation</dc:subject>
  <dc:creator>Creatives Takeover</dc:creator>
  <cp:lastModifiedBy>Creatives Takeover</cp:lastModifiedBy>
  <cp:revision>1</cp:revision>
  <dcterms:created xsi:type="dcterms:W3CDTF">2026-01-10T16:40:36Z</dcterms:created>
  <dcterms:modified xsi:type="dcterms:W3CDTF">2026-01-10T16:40:36Z</dcterms:modified>
</cp:coreProperties>
</file>